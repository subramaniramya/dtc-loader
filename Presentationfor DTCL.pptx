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58" r:id="rId3"/>
    <p:sldId id="260" r:id="rId4"/>
    <p:sldId id="262" r:id="rId5"/>
    <p:sldId id="263" r:id="rId6"/>
    <p:sldId id="27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85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61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258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09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75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10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03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20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04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39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50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78FD1-10B3-427A-A94D-9C2E7C65A9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FB23D-9A7C-4CE9-80D7-EF24AA31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0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wavesys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69033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S-WAVE SYSTEMS PRIVATE LIMITED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740, SAGA, 1</a:t>
            </a:r>
            <a:r>
              <a:rPr lang="en-US" baseline="30000" dirty="0"/>
              <a:t>ST</a:t>
            </a:r>
            <a:r>
              <a:rPr lang="en-US" dirty="0"/>
              <a:t> BLOCK, 4</a:t>
            </a:r>
            <a:r>
              <a:rPr lang="en-US" baseline="30000" dirty="0"/>
              <a:t>TH</a:t>
            </a:r>
            <a:r>
              <a:rPr lang="en-US" dirty="0"/>
              <a:t> MAIN, HAL III STAGE, BANGALORE – 560 075, INDIA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swavesys@gmail.com</a:t>
            </a:r>
            <a:r>
              <a:rPr lang="en-US" dirty="0"/>
              <a:t>, Tel: 2529 7054</a:t>
            </a:r>
          </a:p>
        </p:txBody>
      </p:sp>
    </p:spTree>
    <p:extLst>
      <p:ext uri="{BB962C8B-B14F-4D97-AF65-F5344CB8AC3E}">
        <p14:creationId xmlns:p14="http://schemas.microsoft.com/office/powerpoint/2010/main" val="61114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267744" y="4581128"/>
            <a:ext cx="46805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Application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environment</a:t>
            </a:r>
            <a:r>
              <a:rPr lang="en-US" b="1" dirty="0"/>
              <a:t> of </a:t>
            </a:r>
            <a:r>
              <a:rPr lang="en-US" b="1" dirty="0" smtClean="0"/>
              <a:t>DTCL</a:t>
            </a:r>
            <a:endParaRPr lang="en-IN" b="1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077937"/>
              </p:ext>
            </p:extLst>
          </p:nvPr>
        </p:nvGraphicFramePr>
        <p:xfrm>
          <a:off x="699101" y="836712"/>
          <a:ext cx="7817805" cy="272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r:id="rId3" imgW="7367081" imgH="2609760" progId="Visio.Drawing.11">
                  <p:embed/>
                </p:oleObj>
              </mc:Choice>
              <mc:Fallback>
                <p:oleObj r:id="rId3" imgW="7367081" imgH="2609760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101" y="836712"/>
                        <a:ext cx="7817805" cy="27268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401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917879"/>
              </p:ext>
            </p:extLst>
          </p:nvPr>
        </p:nvGraphicFramePr>
        <p:xfrm>
          <a:off x="1403648" y="908720"/>
          <a:ext cx="6565435" cy="25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r:id="rId3" imgW="5246451" imgH="2128838" progId="Visio.Drawing.11">
                  <p:embed/>
                </p:oleObj>
              </mc:Choice>
              <mc:Fallback>
                <p:oleObj r:id="rId3" imgW="5246451" imgH="212883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908720"/>
                        <a:ext cx="6565435" cy="2592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3034207" y="4365104"/>
            <a:ext cx="3075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Application interface in the PC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6591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706026"/>
              </p:ext>
            </p:extLst>
          </p:nvPr>
        </p:nvGraphicFramePr>
        <p:xfrm>
          <a:off x="1331640" y="476672"/>
          <a:ext cx="7058865" cy="338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r:id="rId3" imgW="5253206" imgH="2137733" progId="Visio.Drawing.11">
                  <p:embed/>
                </p:oleObj>
              </mc:Choice>
              <mc:Fallback>
                <p:oleObj r:id="rId3" imgW="5253206" imgH="213773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76672"/>
                        <a:ext cx="7058865" cy="33843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2991706" y="486916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Application interface in the MPS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37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071194"/>
              </p:ext>
            </p:extLst>
          </p:nvPr>
        </p:nvGraphicFramePr>
        <p:xfrm>
          <a:off x="2483768" y="1268760"/>
          <a:ext cx="4392487" cy="338437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80120"/>
                <a:gridCol w="1872207"/>
                <a:gridCol w="1440160"/>
              </a:tblGrid>
              <a:tr h="5199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Upload Files</a:t>
                      </a:r>
                      <a:endParaRPr lang="en-IN" sz="1200" b="1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Download Files</a:t>
                      </a:r>
                      <a:endParaRPr lang="en-IN" sz="1200" b="1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In-flight Files</a:t>
                      </a:r>
                      <a:endParaRPr lang="en-IN" sz="1200" b="1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599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DR.bin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STR.bin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NAV1.bin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599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STR.bin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WP.bin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NAV2.bin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599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WP.bin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FPL.bin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NAV3.bin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607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FPL.bin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THT.bin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607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THT.bin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SPJ.bin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599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SPJ.bin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RWR.bin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599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RWR.bin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UPDATE.bin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607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USAGE.bin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607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LRU.bin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607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MISSION1.bin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607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MISSION2.bin</a:t>
                      </a:r>
                      <a:endParaRPr lang="en-IN" sz="1200" b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b="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115615" y="332656"/>
            <a:ext cx="3435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</a:t>
            </a:r>
            <a:r>
              <a:rPr lang="en-US" b="1" dirty="0" smtClean="0"/>
              <a:t>Pre </a:t>
            </a:r>
            <a:r>
              <a:rPr lang="en-US" b="1" dirty="0"/>
              <a:t>designated </a:t>
            </a:r>
            <a:r>
              <a:rPr lang="en-US" b="1" dirty="0" smtClean="0"/>
              <a:t>files for </a:t>
            </a:r>
            <a:r>
              <a:rPr lang="en-US" b="1" dirty="0" smtClean="0"/>
              <a:t>DTC II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2274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873691"/>
              </p:ext>
            </p:extLst>
          </p:nvPr>
        </p:nvGraphicFramePr>
        <p:xfrm>
          <a:off x="1979712" y="1196752"/>
          <a:ext cx="5904656" cy="417646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87322"/>
                <a:gridCol w="1826307"/>
                <a:gridCol w="1215473"/>
                <a:gridCol w="1275554"/>
              </a:tblGrid>
              <a:tr h="464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Upload Files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Download Files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In-flight Files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Monitor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DR.bin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STR.bin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NAV.bin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MON.bin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464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STR.bin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WP.bin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HPTSPT.bin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WP.bin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FPL.bin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TGT123.bin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FPL.bin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THT.bin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TGT456.bin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THT.bin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SPJ.bin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TGT78.bin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SPJ.bin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RWR.bin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RWR.bin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UPDATE.bin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CMDS.bin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USAGE.bin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IFFA_PRI.bin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LRU.bin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IFFA_SEC.bin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MISSION1.bin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IFFB_PRI.bin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MISSION2.bin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IFFB_SEC.bin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INCOMKEY.bin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INCOMCRY.bin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  <a:tr h="2320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itchFamily="34" charset="0"/>
                          <a:cs typeface="Arial" pitchFamily="34" charset="0"/>
                        </a:rPr>
                        <a:t>INCOMMNE.bin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IN" sz="1200" dirty="0"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083326" y="531323"/>
            <a:ext cx="349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</a:t>
            </a:r>
            <a:r>
              <a:rPr lang="en-US" b="1" dirty="0" smtClean="0"/>
              <a:t>Pre </a:t>
            </a:r>
            <a:r>
              <a:rPr lang="en-US" b="1" dirty="0"/>
              <a:t>designated </a:t>
            </a:r>
            <a:r>
              <a:rPr lang="en-US" b="1" dirty="0" smtClean="0"/>
              <a:t>files for </a:t>
            </a:r>
            <a:r>
              <a:rPr lang="en-US" b="1" dirty="0" smtClean="0"/>
              <a:t>DTC III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1514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98</Words>
  <Application>Microsoft Office PowerPoint</Application>
  <PresentationFormat>On-screen Show (4:3)</PresentationFormat>
  <Paragraphs>109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Visio.Drawing.11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NEW</cp:lastModifiedBy>
  <cp:revision>18</cp:revision>
  <dcterms:created xsi:type="dcterms:W3CDTF">2025-01-20T08:24:43Z</dcterms:created>
  <dcterms:modified xsi:type="dcterms:W3CDTF">2026-02-06T06:33:37Z</dcterms:modified>
</cp:coreProperties>
</file>